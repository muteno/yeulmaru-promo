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5" r:id="rId4"/>
  </p:sldMasterIdLst>
  <p:notesMasterIdLst>
    <p:notesMasterId r:id="rId7"/>
  </p:notesMasterIdLst>
  <p:handoutMasterIdLst>
    <p:handoutMasterId r:id="rId8"/>
  </p:handoutMasterIdLst>
  <p:sldIdLst>
    <p:sldId id="857" r:id="rId5"/>
    <p:sldId id="862" r:id="rId6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2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FF"/>
    <a:srgbClr val="00808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2122" y="58"/>
      </p:cViewPr>
      <p:guideLst>
        <p:guide orient="horz" pos="618"/>
        <p:guide pos="28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89" cy="496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9899" y="0"/>
            <a:ext cx="2946189" cy="496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CC05AC-7A74-48B3-A088-2C4041419A3D}" type="datetimeFigureOut">
              <a:rPr lang="ko-KR" altLang="en-US" smtClean="0"/>
              <a:t>2026-07-14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28402"/>
            <a:ext cx="2946189" cy="49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9899" y="9428402"/>
            <a:ext cx="2946189" cy="496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4DB22-A952-452F-9D8E-7862986EE13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75090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5659" cy="498056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5" y="1"/>
            <a:ext cx="2945659" cy="498056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181CE756-C47A-4BB5-9D2F-E6EC8A58A9EA}" type="datetimeFigureOut">
              <a:rPr lang="ko-KR" altLang="en-US" smtClean="0"/>
              <a:pPr/>
              <a:t>2026-07-14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79488" y="1241425"/>
            <a:ext cx="483870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28585"/>
            <a:ext cx="2945659" cy="498055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5" y="9428585"/>
            <a:ext cx="2945659" cy="498055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31A761BC-4032-405D-AE81-7A0EEE9D426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674515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364B0-4447-0389-2990-B702C2C82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239A3A-24FF-790F-3D4E-8F5FB8AE54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5A81FA6-BA03-7A87-5FDD-184521DA06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2942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91870-3770-A056-17EB-9363699F8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9FF9AC-1EE4-01B3-E8B0-FABA08F26C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81075" y="1241425"/>
            <a:ext cx="4835525" cy="3349625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8D38276-A24A-DBD4-921C-3C8137734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084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868" y="115888"/>
            <a:ext cx="8915400" cy="41751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56EDC44-CEEC-A8B1-2ABE-24A369644BF0}"/>
              </a:ext>
            </a:extLst>
          </p:cNvPr>
          <p:cNvCxnSpPr>
            <a:cxnSpLocks/>
          </p:cNvCxnSpPr>
          <p:nvPr userDrawn="1"/>
        </p:nvCxnSpPr>
        <p:spPr>
          <a:xfrm>
            <a:off x="-12699" y="601560"/>
            <a:ext cx="9918000" cy="0"/>
          </a:xfrm>
          <a:prstGeom prst="line">
            <a:avLst/>
          </a:prstGeom>
          <a:ln w="57150">
            <a:solidFill>
              <a:srgbClr val="46647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9139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50" y="1887540"/>
            <a:ext cx="8420100" cy="1470025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kumimoji="1" lang="ko-KR" altLang="en-US" sz="3138" b="1" dirty="0">
                <a:solidFill>
                  <a:srgbClr val="0000CC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7220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9876" y="1268413"/>
            <a:ext cx="9366250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7432" y="132364"/>
            <a:ext cx="9898568" cy="417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540000" tIns="45681" rIns="91363" bIns="45681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544538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</p:sldLayoutIdLst>
  <p:hf hdr="0" ftr="0" dt="0"/>
  <p:txStyles>
    <p:titleStyle>
      <a:lvl1pPr algn="l" defTabSz="914395" rtl="0" eaLnBrk="1" latinLnBrk="1" hangingPunct="1">
        <a:lnSpc>
          <a:spcPct val="90000"/>
        </a:lnSpc>
        <a:spcBef>
          <a:spcPct val="0"/>
        </a:spcBef>
        <a:buNone/>
        <a:defRPr sz="2200" b="1" kern="1200">
          <a:solidFill>
            <a:srgbClr val="0033CC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5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6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1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88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5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3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0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77" indent="-228599" algn="l" defTabSz="914395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5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2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8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7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4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1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79" algn="l" defTabSz="914395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137E7-67A6-1EB3-215D-54AED35DB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36EB749A-D339-2E78-B86F-2E80104725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882" y="141031"/>
            <a:ext cx="8644052" cy="396953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88000" tIns="45681" rIns="91363" bIns="45681" numCol="1" anchor="ctr" anchorCtr="0" compatLnSpc="1">
            <a:prstTxWarp prst="textNoShape">
              <a:avLst/>
            </a:prstTxWarp>
          </a:bodyPr>
          <a:lstStyle/>
          <a:p>
            <a:r>
              <a:rPr lang="en-US" altLang="ko-KR">
                <a:solidFill>
                  <a:srgbClr val="0000FF"/>
                </a:solidFill>
                <a:latin typeface="맑은 고딕"/>
                <a:ea typeface="맑은 고딕"/>
              </a:rPr>
              <a:t>GS</a:t>
            </a:r>
            <a:r>
              <a:rPr lang="ko-KR" altLang="en-US" err="1">
                <a:solidFill>
                  <a:srgbClr val="0000FF"/>
                </a:solidFill>
                <a:latin typeface="맑은 고딕"/>
                <a:ea typeface="맑은 고딕"/>
              </a:rPr>
              <a:t>칼텍스</a:t>
            </a:r>
            <a:r>
              <a:rPr lang="ko-KR" altLang="en-US">
                <a:solidFill>
                  <a:srgbClr val="0000FF"/>
                </a:solidFill>
                <a:latin typeface="맑은 고딕"/>
                <a:ea typeface="맑은 고딕"/>
              </a:rPr>
              <a:t> </a:t>
            </a:r>
            <a:r>
              <a:rPr lang="ko-KR" altLang="en-US" err="1">
                <a:solidFill>
                  <a:srgbClr val="0000FF"/>
                </a:solidFill>
                <a:latin typeface="맑은 고딕"/>
                <a:ea typeface="맑은 고딕"/>
              </a:rPr>
              <a:t>예울마루</a:t>
            </a:r>
            <a:r>
              <a:rPr lang="ko-KR" altLang="en-US">
                <a:solidFill>
                  <a:srgbClr val="0000FF"/>
                </a:solidFill>
                <a:latin typeface="맑은 고딕"/>
                <a:ea typeface="맑은 고딕"/>
              </a:rPr>
              <a:t> 특별공연 후보</a:t>
            </a:r>
            <a:r>
              <a:rPr lang="en-US" altLang="ko-KR">
                <a:solidFill>
                  <a:srgbClr val="0000FF"/>
                </a:solidFill>
                <a:latin typeface="맑은 고딕"/>
                <a:ea typeface="맑은 고딕"/>
              </a:rPr>
              <a:t>(</a:t>
            </a:r>
            <a:r>
              <a:rPr lang="ko-KR" altLang="en-US">
                <a:solidFill>
                  <a:srgbClr val="0000FF"/>
                </a:solidFill>
                <a:latin typeface="맑은 고딕"/>
                <a:ea typeface="맑은 고딕"/>
              </a:rPr>
              <a:t>안</a:t>
            </a:r>
            <a:r>
              <a:rPr lang="en-US" altLang="ko-KR">
                <a:solidFill>
                  <a:srgbClr val="0000FF"/>
                </a:solidFill>
                <a:latin typeface="맑은 고딕"/>
                <a:ea typeface="맑은 고딕"/>
              </a:rPr>
              <a:t>)</a:t>
            </a: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D8835636-9679-7C3B-76CC-894BBC52E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61094" y="265904"/>
            <a:ext cx="2868706" cy="3032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16000" tIns="45681" rIns="91363" bIns="45681" numCol="1" anchor="ctr" anchorCtr="0" compatLnSpc="1">
            <a:prstTxWarp prst="textNoShape">
              <a:avLst/>
            </a:prstTxWarp>
          </a:bodyPr>
          <a:lstStyle>
            <a:lvl1pPr algn="l" defTabSz="914395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altLang="ko-KR" sz="1200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2026.03.03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3C39067-1339-46AD-3905-481F67A719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9522" y="734928"/>
            <a:ext cx="9526956" cy="396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45681" rIns="91363" bIns="45681" numCol="1" anchor="t" anchorCtr="0" compatLnSpc="1">
            <a:prstTxWarp prst="textNoShape">
              <a:avLst/>
            </a:prstTxWarp>
          </a:bodyPr>
          <a:lstStyle>
            <a:lvl1pPr algn="l" defTabSz="914395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GS</a:t>
            </a:r>
            <a:r>
              <a:rPr lang="ko-KR" altLang="en-US" sz="1600" dirty="0" err="1">
                <a:solidFill>
                  <a:schemeClr val="tx1"/>
                </a:solidFill>
                <a:latin typeface="맑은 고딕" panose="020B0503020000020004" pitchFamily="50" charset="-127"/>
              </a:rPr>
              <a:t>칼텍스재단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 창립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20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</a:rPr>
              <a:t>주년과 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‘2026 </a:t>
            </a:r>
            <a:r>
              <a:rPr lang="ko-KR" altLang="en-US" sz="16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여수세계섬박람회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를 기념하여 정상급 협연자와 오케스트라의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클래식</a:t>
            </a:r>
            <a:r>
              <a:rPr lang="en-US" altLang="ko-KR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기획공연을 추진하고자 함</a:t>
            </a:r>
            <a:endParaRPr lang="en-US" altLang="ko-KR" sz="160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8F9FCE-7DB9-E9C6-FE8D-FEE4D61F57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3789425"/>
              </p:ext>
            </p:extLst>
          </p:nvPr>
        </p:nvGraphicFramePr>
        <p:xfrm>
          <a:off x="232128" y="1724519"/>
          <a:ext cx="9494578" cy="44336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23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386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36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36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300" b="1" spc="0">
                        <a:solidFill>
                          <a:schemeClr val="tx1"/>
                        </a:solidFill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400" b="1" spc="0">
                          <a:solidFill>
                            <a:schemeClr val="tx1"/>
                          </a:solidFill>
                          <a:latin typeface="맑은 고딕"/>
                          <a:ea typeface="+mn-ea"/>
                        </a:rPr>
                        <a:t>1안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400" b="1" spc="0">
                          <a:solidFill>
                            <a:schemeClr val="tx1"/>
                          </a:solidFill>
                          <a:latin typeface="맑은 고딕"/>
                          <a:ea typeface="+mn-ea"/>
                        </a:rPr>
                        <a:t>2안</a:t>
                      </a:r>
                      <a:endParaRPr lang="en-US" altLang="ko-KR" sz="1400" b="1" spc="0">
                        <a:solidFill>
                          <a:schemeClr val="tx1"/>
                        </a:solidFill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3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3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0851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3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300" b="0" spc="0" baseline="0"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100" b="0" spc="0">
                        <a:solidFill>
                          <a:schemeClr val="tx1"/>
                        </a:solidFill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400" b="1" spc="0">
                          <a:latin typeface="맑은 고딕"/>
                          <a:ea typeface="+mn-ea"/>
                        </a:rPr>
                        <a:t>일 정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1" spc="0" dirty="0">
                          <a:latin typeface="맑은 고딕"/>
                          <a:ea typeface="+mn-ea"/>
                        </a:rPr>
                        <a:t>9월 22일</a:t>
                      </a:r>
                      <a:r>
                        <a:rPr lang="en-US" altLang="ko-KR" sz="1300" b="1" spc="0" dirty="0">
                          <a:latin typeface="맑은 고딕"/>
                          <a:ea typeface="+mn-ea"/>
                        </a:rPr>
                        <a:t>(</a:t>
                      </a:r>
                      <a:r>
                        <a:rPr lang="ko-KR" altLang="en-US" sz="1300" b="1" spc="0" dirty="0">
                          <a:latin typeface="맑은 고딕"/>
                          <a:ea typeface="+mn-ea"/>
                        </a:rPr>
                        <a:t>화</a:t>
                      </a:r>
                      <a:r>
                        <a:rPr lang="en-US" altLang="ko-KR" sz="1300" b="1" spc="0" dirty="0">
                          <a:latin typeface="맑은 고딕"/>
                          <a:ea typeface="+mn-ea"/>
                        </a:rPr>
                        <a:t>)</a:t>
                      </a:r>
                      <a:endParaRPr lang="ko-KR" altLang="en-US" sz="1300" b="1" spc="0" dirty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1" spc="0">
                          <a:latin typeface="맑은 고딕"/>
                          <a:ea typeface="+mn-ea"/>
                        </a:rPr>
                        <a:t>10월 6일</a:t>
                      </a:r>
                      <a:r>
                        <a:rPr lang="en-US" altLang="ko-KR" sz="1300" b="1" spc="0">
                          <a:latin typeface="맑은 고딕"/>
                          <a:ea typeface="+mn-ea"/>
                        </a:rPr>
                        <a:t>(</a:t>
                      </a:r>
                      <a:r>
                        <a:rPr lang="ko-KR" altLang="en-US" sz="1300" b="1" spc="0">
                          <a:latin typeface="맑은 고딕"/>
                          <a:ea typeface="+mn-ea"/>
                        </a:rPr>
                        <a:t>화</a:t>
                      </a:r>
                      <a:r>
                        <a:rPr lang="en-US" altLang="ko-KR" sz="1300" b="1" spc="0">
                          <a:latin typeface="맑은 고딕"/>
                          <a:ea typeface="+mn-ea"/>
                        </a:rPr>
                        <a:t>)</a:t>
                      </a:r>
                      <a:endParaRPr lang="ko-KR" altLang="en-US" sz="1300" b="1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/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/>
                </a:tc>
                <a:extLst>
                  <a:ext uri="{0D108BD9-81ED-4DB2-BD59-A6C34878D82A}">
                    <a16:rowId xmlns:a16="http://schemas.microsoft.com/office/drawing/2014/main" val="4148806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400" b="1" spc="0">
                          <a:latin typeface="맑은 고딕"/>
                          <a:ea typeface="+mn-ea"/>
                        </a:rPr>
                        <a:t>제 목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0">
                          <a:latin typeface="맑은 고딕"/>
                          <a:ea typeface="+mn-ea"/>
                        </a:rPr>
                        <a:t>협연자</a:t>
                      </a:r>
                      <a:r>
                        <a:rPr lang="en-US" altLang="ko-KR" sz="1300" b="0" spc="0">
                          <a:latin typeface="맑은 고딕"/>
                          <a:ea typeface="+mn-ea"/>
                        </a:rPr>
                        <a:t>+</a:t>
                      </a:r>
                      <a:r>
                        <a:rPr lang="ko-KR" altLang="en-US" sz="1300" b="0" spc="0" err="1">
                          <a:latin typeface="맑은 고딕"/>
                          <a:ea typeface="+mn-ea"/>
                        </a:rPr>
                        <a:t>국립심포니오케스트라</a:t>
                      </a:r>
                      <a:endParaRPr lang="ko-KR" altLang="en-US" sz="13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3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0" dirty="0">
                          <a:latin typeface="맑은 고딕"/>
                        </a:rPr>
                        <a:t>협연자</a:t>
                      </a:r>
                      <a:r>
                        <a:rPr lang="en-US" altLang="ko-KR" sz="1300" b="0" spc="0" dirty="0">
                          <a:latin typeface="맑은 고딕"/>
                        </a:rPr>
                        <a:t>+</a:t>
                      </a:r>
                      <a:r>
                        <a:rPr lang="ko-KR" altLang="en-US" sz="1300" b="0" spc="0" dirty="0">
                          <a:latin typeface="맑은 고딕"/>
                        </a:rPr>
                        <a:t>다음 </a:t>
                      </a:r>
                      <a:r>
                        <a:rPr lang="en-US" altLang="ko-KR" sz="1300" b="0" spc="0" dirty="0">
                          <a:latin typeface="맑은 고딕"/>
                        </a:rPr>
                        <a:t>3</a:t>
                      </a:r>
                      <a:r>
                        <a:rPr lang="ko-KR" altLang="en-US" sz="1300" b="0" spc="0" dirty="0">
                          <a:latin typeface="맑은 고딕"/>
                        </a:rPr>
                        <a:t>개 오케스트라 중 </a:t>
                      </a:r>
                      <a:r>
                        <a:rPr lang="en-US" altLang="ko-KR" sz="1300" b="0" spc="0" dirty="0">
                          <a:latin typeface="맑은 고딕"/>
                        </a:rPr>
                        <a:t>1</a:t>
                      </a:r>
                      <a:r>
                        <a:rPr lang="ko-KR" altLang="en-US" sz="1300" b="0" spc="0" dirty="0">
                          <a:latin typeface="맑은 고딕"/>
                        </a:rPr>
                        <a:t>개 악단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0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400" b="1" spc="0">
                          <a:latin typeface="맑은 고딕"/>
                          <a:ea typeface="+mn-ea"/>
                        </a:rPr>
                        <a:t>출연진</a:t>
                      </a: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0" dirty="0" err="1">
                          <a:latin typeface="맑은 고딕"/>
                          <a:ea typeface="+mn-ea"/>
                        </a:rPr>
                        <a:t>국립심포니오케스트라</a:t>
                      </a:r>
                      <a:endParaRPr lang="ko-KR" altLang="en-US" sz="1300" b="0" spc="0" dirty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1" spc="0" dirty="0">
                          <a:solidFill>
                            <a:schemeClr val="accent1"/>
                          </a:solidFill>
                          <a:latin typeface="맑은 고딕"/>
                          <a:ea typeface="+mn-ea"/>
                        </a:rPr>
                        <a:t>1순위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-50" baseline="0" dirty="0" err="1">
                          <a:latin typeface="맑은 고딕"/>
                          <a:ea typeface="+mn-ea"/>
                        </a:rPr>
                        <a:t>경기필하모닉오케스트라</a:t>
                      </a:r>
                      <a:br>
                        <a:rPr lang="en-US" altLang="ko-KR" sz="1300" b="0" spc="0" dirty="0">
                          <a:latin typeface="맑은 고딕"/>
                          <a:ea typeface="+mn-ea"/>
                        </a:rPr>
                      </a:br>
                      <a:r>
                        <a:rPr lang="en-US" altLang="ko-KR" sz="1300" b="0" spc="0" dirty="0">
                          <a:latin typeface="맑은 고딕"/>
                          <a:ea typeface="+mn-ea"/>
                        </a:rPr>
                        <a:t>(</a:t>
                      </a: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협의 중</a:t>
                      </a:r>
                      <a:r>
                        <a:rPr lang="en-US" altLang="ko-KR" sz="1300" b="0" spc="0" dirty="0">
                          <a:latin typeface="맑은 고딕"/>
                          <a:ea typeface="+mn-ea"/>
                        </a:rPr>
                        <a:t>)</a:t>
                      </a:r>
                      <a:endParaRPr lang="ko-KR" altLang="en-US" sz="1300" b="0" spc="0" dirty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1" spc="0" dirty="0">
                          <a:solidFill>
                            <a:schemeClr val="accent1"/>
                          </a:solidFill>
                          <a:latin typeface="맑은 고딕"/>
                          <a:ea typeface="+mn-ea"/>
                        </a:rPr>
                        <a:t>2순위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성남시립교향악단</a:t>
                      </a:r>
                      <a:endParaRPr lang="en-US" altLang="ko-KR" sz="1300" b="0" spc="0" dirty="0">
                        <a:latin typeface="맑은 고딕"/>
                        <a:ea typeface="+mn-ea"/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300" b="0" spc="0" dirty="0">
                          <a:latin typeface="맑은 고딕"/>
                        </a:rPr>
                        <a:t>(</a:t>
                      </a:r>
                      <a:r>
                        <a:rPr lang="ko-KR" altLang="en-US" sz="1300" b="0" spc="0" dirty="0">
                          <a:latin typeface="맑은 고딕"/>
                        </a:rPr>
                        <a:t>협의 중</a:t>
                      </a:r>
                      <a:r>
                        <a:rPr lang="en-US" altLang="ko-KR" sz="1300" b="0" spc="0" dirty="0">
                          <a:latin typeface="맑은 고딕"/>
                        </a:rPr>
                        <a:t>)</a:t>
                      </a:r>
                      <a:endParaRPr lang="ko-KR" altLang="en-US" sz="1300" b="0" spc="0" dirty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1" spc="0">
                          <a:solidFill>
                            <a:schemeClr val="accent1"/>
                          </a:solidFill>
                          <a:latin typeface="맑은 고딕"/>
                          <a:ea typeface="+mn-ea"/>
                        </a:rPr>
                        <a:t>3순위</a:t>
                      </a: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0">
                          <a:latin typeface="맑은 고딕"/>
                          <a:ea typeface="+mn-ea"/>
                        </a:rPr>
                        <a:t>부천시립교향악단</a:t>
                      </a:r>
                      <a:endParaRPr lang="en-US" altLang="ko-KR" sz="1300" b="0" spc="0">
                        <a:latin typeface="맑은 고딕"/>
                        <a:ea typeface="+mn-ea"/>
                      </a:endParaRPr>
                    </a:p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en-US" altLang="ko-KR" sz="1300" b="0" spc="0">
                          <a:latin typeface="맑은 고딕"/>
                        </a:rPr>
                        <a:t>(</a:t>
                      </a:r>
                      <a:r>
                        <a:rPr lang="ko-KR" altLang="en-US" sz="1300" b="0" spc="0">
                          <a:latin typeface="맑은 고딕"/>
                        </a:rPr>
                        <a:t>협의 중</a:t>
                      </a:r>
                      <a:r>
                        <a:rPr lang="en-US" altLang="ko-KR" sz="1300" b="0" spc="0">
                          <a:latin typeface="맑은 고딕"/>
                        </a:rPr>
                        <a:t>)</a:t>
                      </a:r>
                      <a:endParaRPr lang="ko-KR" altLang="en-US" sz="13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800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400" b="1" spc="0">
                          <a:latin typeface="맑은 고딕"/>
                          <a:ea typeface="+mn-ea"/>
                        </a:rPr>
                        <a:t>협연자 리스트</a:t>
                      </a:r>
                      <a:br>
                        <a:rPr lang="en-US" altLang="ko-KR" sz="1400" b="1" spc="0">
                          <a:latin typeface="맑은 고딕"/>
                          <a:ea typeface="+mn-ea"/>
                        </a:rPr>
                      </a:br>
                      <a:r>
                        <a:rPr lang="en-US" altLang="ko-KR" sz="1100" b="1" spc="0">
                          <a:latin typeface="맑은 고딕"/>
                          <a:ea typeface="+mn-ea"/>
                        </a:rPr>
                        <a:t>(</a:t>
                      </a:r>
                      <a:r>
                        <a:rPr lang="en-US" altLang="ko-KR" sz="1100" b="1" spc="0" err="1">
                          <a:latin typeface="맑은 고딕"/>
                          <a:ea typeface="+mn-ea"/>
                        </a:rPr>
                        <a:t>가능일정</a:t>
                      </a:r>
                      <a:r>
                        <a:rPr lang="en-US" altLang="ko-KR" sz="1100" b="1" spc="0">
                          <a:latin typeface="맑은 고딕"/>
                          <a:ea typeface="+mn-ea"/>
                        </a:rPr>
                        <a:t> </a:t>
                      </a:r>
                      <a:r>
                        <a:rPr lang="en-US" altLang="ko-KR" sz="1100" b="1" spc="0" err="1">
                          <a:latin typeface="맑은 고딕"/>
                          <a:ea typeface="+mn-ea"/>
                        </a:rPr>
                        <a:t>협의중</a:t>
                      </a:r>
                      <a:r>
                        <a:rPr lang="en-US" altLang="ko-KR" sz="1100" b="1" spc="0">
                          <a:latin typeface="맑은 고딕"/>
                          <a:ea typeface="+mn-ea"/>
                        </a:rPr>
                        <a:t>)</a:t>
                      </a:r>
                      <a:endParaRPr lang="ko-KR" altLang="en-US" sz="1100" b="1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1" spc="0" dirty="0">
                          <a:solidFill>
                            <a:srgbClr val="1F4E79"/>
                          </a:solidFill>
                          <a:latin typeface="맑은 고딕"/>
                          <a:ea typeface="+mn-ea"/>
                        </a:rPr>
                        <a:t>피아노  </a:t>
                      </a:r>
                      <a:r>
                        <a:rPr lang="ko-KR" altLang="en-US" sz="1300" b="0" spc="0" dirty="0" err="1">
                          <a:latin typeface="맑은 고딕"/>
                          <a:ea typeface="+mn-ea"/>
                        </a:rPr>
                        <a:t>선우예권</a:t>
                      </a: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, 문지영  |  </a:t>
                      </a:r>
                      <a:r>
                        <a:rPr lang="ko-KR" altLang="en-US" sz="1300" b="1" spc="0" dirty="0">
                          <a:solidFill>
                            <a:srgbClr val="1F4E79"/>
                          </a:solidFill>
                          <a:latin typeface="맑은 고딕"/>
                          <a:ea typeface="+mn-ea"/>
                        </a:rPr>
                        <a:t>바이올린  </a:t>
                      </a: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대니 구, 김서현  |  </a:t>
                      </a:r>
                      <a:r>
                        <a:rPr lang="ko-KR" altLang="en-US" sz="1300" b="1" spc="0" dirty="0">
                          <a:solidFill>
                            <a:srgbClr val="1F4E79"/>
                          </a:solidFill>
                          <a:latin typeface="맑은 고딕"/>
                          <a:ea typeface="+mn-ea"/>
                        </a:rPr>
                        <a:t>비올라  </a:t>
                      </a: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용재 오닐  |  </a:t>
                      </a:r>
                      <a:r>
                        <a:rPr lang="ko-KR" altLang="en-US" sz="1300" b="1" spc="0" dirty="0">
                          <a:solidFill>
                            <a:srgbClr val="1F4E79"/>
                          </a:solidFill>
                          <a:latin typeface="맑은 고딕"/>
                          <a:ea typeface="+mn-ea"/>
                        </a:rPr>
                        <a:t>첼로  </a:t>
                      </a: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최하영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en-US" altLang="ko-KR" sz="1100" b="0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endParaRPr lang="ko-KR" altLang="en-US" sz="1400" b="1" spc="0">
                        <a:latin typeface="맑은 고딕"/>
                        <a:ea typeface="+mn-ea"/>
                      </a:endParaRPr>
                    </a:p>
                  </a:txBody>
                  <a:tcPr marL="36000" marR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>
                        <a:lnSpc>
                          <a:spcPct val="130000"/>
                        </a:lnSpc>
                      </a:pPr>
                      <a:r>
                        <a:rPr lang="ko-KR" altLang="en-US" sz="1300" b="0" spc="0" dirty="0">
                          <a:latin typeface="맑은 고딕"/>
                          <a:ea typeface="+mn-ea"/>
                        </a:rPr>
                        <a:t>출연 가능일정 협의중</a:t>
                      </a:r>
                    </a:p>
                  </a:txBody>
                  <a:tcPr marL="36000" marR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0500658"/>
                  </a:ext>
                </a:extLst>
              </a:tr>
            </a:tbl>
          </a:graphicData>
        </a:graphic>
      </p:graphicFrame>
      <p:pic>
        <p:nvPicPr>
          <p:cNvPr id="6" name="그림 5" descr="콘서트, 클래식 음악, 악기, 오케스트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3ADD53D-D71A-C17E-114A-1195D4A64C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58" b="23199"/>
          <a:stretch>
            <a:fillRect/>
          </a:stretch>
        </p:blipFill>
        <p:spPr>
          <a:xfrm>
            <a:off x="1445396" y="2078147"/>
            <a:ext cx="3023764" cy="1488989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7F98C09F-3AE5-9837-3414-C359B7ED5F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737" y="6321427"/>
            <a:ext cx="9526956" cy="3969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08000" tIns="45681" rIns="91363" bIns="45681" numCol="1" anchor="t" anchorCtr="0" compatLnSpc="1">
            <a:prstTxWarp prst="textNoShape">
              <a:avLst/>
            </a:prstTxWarp>
          </a:bodyPr>
          <a:lstStyle>
            <a:lvl1pPr algn="l" defTabSz="914395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200" b="1" kern="120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맑은 고딕"/>
                <a:ea typeface="맑은 고딕"/>
              </a:rPr>
              <a:t>※</a:t>
            </a:r>
            <a:r>
              <a:rPr lang="ko-KR" altLang="en-US" sz="1100" dirty="0">
                <a:solidFill>
                  <a:schemeClr val="tx1"/>
                </a:solidFill>
                <a:latin typeface="맑은 고딕"/>
                <a:ea typeface="맑은 고딕"/>
              </a:rPr>
              <a:t> 협연자 후보</a:t>
            </a:r>
            <a:r>
              <a:rPr lang="en-US" altLang="ko-KR" sz="1100">
                <a:solidFill>
                  <a:schemeClr val="tx1"/>
                </a:solidFill>
                <a:latin typeface="맑은 고딕"/>
                <a:ea typeface="맑은 고딕"/>
              </a:rPr>
              <a:t> </a:t>
            </a:r>
            <a:r>
              <a:rPr lang="ko-KR" altLang="en-US" sz="1100">
                <a:solidFill>
                  <a:schemeClr val="tx1"/>
                </a:solidFill>
                <a:latin typeface="맑은 고딕"/>
                <a:ea typeface="맑은 고딕"/>
              </a:rPr>
              <a:t>리스트 첨부 참조</a:t>
            </a:r>
            <a:endParaRPr lang="en-US" altLang="ko-KR" sz="1100" dirty="0">
              <a:solidFill>
                <a:schemeClr val="tx1"/>
              </a:solidFill>
              <a:latin typeface="맑은 고딕"/>
              <a:ea typeface="맑은 고딕"/>
            </a:endParaRPr>
          </a:p>
        </p:txBody>
      </p:sp>
      <p:pic>
        <p:nvPicPr>
          <p:cNvPr id="9" name="그림 8" descr="극장, 공연 예술 센터, 콘서트홀, 실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AAC2EC-A3A7-1DCA-5901-6A2D6F85EC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600" b="6331"/>
          <a:stretch>
            <a:fillRect/>
          </a:stretch>
        </p:blipFill>
        <p:spPr>
          <a:xfrm>
            <a:off x="4500296" y="2078147"/>
            <a:ext cx="5216182" cy="1488989"/>
          </a:xfrm>
          <a:prstGeom prst="rect">
            <a:avLst/>
          </a:prstGeom>
        </p:spPr>
      </p:pic>
      <p:pic>
        <p:nvPicPr>
          <p:cNvPr id="12" name="그림 11" descr="텍스트, 폰트, 그래픽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DE58A62-1135-7286-4E8C-74B38105B7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4260" y="2078147"/>
            <a:ext cx="1472187" cy="847346"/>
          </a:xfrm>
          <a:prstGeom prst="rect">
            <a:avLst/>
          </a:prstGeom>
        </p:spPr>
      </p:pic>
      <p:pic>
        <p:nvPicPr>
          <p:cNvPr id="14" name="그림 13" descr="텍스트, 폰트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1D3608-5037-C5C3-479C-251DEAED68A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296" y="2157981"/>
            <a:ext cx="1472187" cy="847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09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AD68D-B06B-8BFD-42F4-A0328834A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Hdr 101"/>
          <p:cNvSpPr/>
          <p:nvPr/>
        </p:nvSpPr>
        <p:spPr>
          <a:xfrm>
            <a:off x="152400" y="833231"/>
            <a:ext cx="3136900" cy="2794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맑은 고딕"/>
              </a:rPr>
              <a:t>피아노</a:t>
            </a:r>
          </a:p>
        </p:txBody>
      </p:sp>
      <p:sp>
        <p:nvSpPr>
          <p:cNvPr id="102" name="Hdr 102"/>
          <p:cNvSpPr/>
          <p:nvPr/>
        </p:nvSpPr>
        <p:spPr>
          <a:xfrm>
            <a:off x="3352800" y="833231"/>
            <a:ext cx="3136900" cy="2794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맑은 고딕"/>
              </a:rPr>
              <a:t>바이올린</a:t>
            </a:r>
          </a:p>
        </p:txBody>
      </p:sp>
      <p:sp>
        <p:nvSpPr>
          <p:cNvPr id="103" name="Hdr 103"/>
          <p:cNvSpPr/>
          <p:nvPr/>
        </p:nvSpPr>
        <p:spPr>
          <a:xfrm>
            <a:off x="6553200" y="833231"/>
            <a:ext cx="1536700" cy="2794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맑은 고딕"/>
              </a:rPr>
              <a:t>비올라</a:t>
            </a:r>
          </a:p>
        </p:txBody>
      </p:sp>
      <p:sp>
        <p:nvSpPr>
          <p:cNvPr id="104" name="Hdr 104"/>
          <p:cNvSpPr/>
          <p:nvPr/>
        </p:nvSpPr>
        <p:spPr>
          <a:xfrm>
            <a:off x="8153400" y="833231"/>
            <a:ext cx="1536700" cy="279400"/>
          </a:xfrm>
          <a:prstGeom prst="roundRect">
            <a:avLst>
              <a:gd name="adj" fmla="val 10000"/>
            </a:avLst>
          </a:prstGeom>
          <a:solidFill>
            <a:srgbClr val="1F4E79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ko-KR" sz="1200" b="1">
                <a:solidFill>
                  <a:srgbClr val="FFFFFF"/>
                </a:solidFill>
                <a:latin typeface="맑은 고딕"/>
              </a:rPr>
              <a:t>첼로</a:t>
            </a:r>
          </a:p>
        </p:txBody>
      </p:sp>
      <p:sp>
        <p:nvSpPr>
          <p:cNvPr id="105" name="Photo 105"/>
          <p:cNvSpPr/>
          <p:nvPr/>
        </p:nvSpPr>
        <p:spPr>
          <a:xfrm>
            <a:off x="177800" y="1239631"/>
            <a:ext cx="1485900" cy="1968500"/>
          </a:xfrm>
          <a:prstGeom prst="roundRect">
            <a:avLst>
              <a:gd name="adj" fmla="val 8000"/>
            </a:avLst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6" name="Photo 106"/>
          <p:cNvSpPr/>
          <p:nvPr/>
        </p:nvSpPr>
        <p:spPr>
          <a:xfrm>
            <a:off x="1778000" y="1239631"/>
            <a:ext cx="1485900" cy="1968500"/>
          </a:xfrm>
          <a:prstGeom prst="roundRect">
            <a:avLst>
              <a:gd name="adj" fmla="val 8000"/>
            </a:avLst>
          </a:prstGeom>
          <a:blipFill rotWithShape="1">
            <a:blip r:embed="rId4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7" name="Photo 107"/>
          <p:cNvSpPr/>
          <p:nvPr/>
        </p:nvSpPr>
        <p:spPr>
          <a:xfrm>
            <a:off x="3378200" y="1239631"/>
            <a:ext cx="1485900" cy="1968500"/>
          </a:xfrm>
          <a:prstGeom prst="roundRect">
            <a:avLst>
              <a:gd name="adj" fmla="val 8000"/>
            </a:avLst>
          </a:prstGeom>
          <a:blipFill rotWithShape="1">
            <a:blip r:embed="rId5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8" name="Photo 108"/>
          <p:cNvSpPr/>
          <p:nvPr/>
        </p:nvSpPr>
        <p:spPr>
          <a:xfrm>
            <a:off x="4978400" y="1239631"/>
            <a:ext cx="1485900" cy="1968500"/>
          </a:xfrm>
          <a:prstGeom prst="roundRect">
            <a:avLst>
              <a:gd name="adj" fmla="val 8000"/>
            </a:avLst>
          </a:prstGeom>
          <a:blipFill rotWithShape="1">
            <a:blip r:embed="rId6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09" name="Photo 109"/>
          <p:cNvSpPr/>
          <p:nvPr/>
        </p:nvSpPr>
        <p:spPr>
          <a:xfrm>
            <a:off x="6578600" y="1239631"/>
            <a:ext cx="1485900" cy="1968500"/>
          </a:xfrm>
          <a:prstGeom prst="roundRect">
            <a:avLst>
              <a:gd name="adj" fmla="val 8000"/>
            </a:avLst>
          </a:prstGeom>
          <a:blipFill rotWithShape="1">
            <a:blip r:embed="rId7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110" name="Photo 110"/>
          <p:cNvSpPr/>
          <p:nvPr/>
        </p:nvSpPr>
        <p:spPr>
          <a:xfrm>
            <a:off x="8178800" y="1239631"/>
            <a:ext cx="1485900" cy="1968500"/>
          </a:xfrm>
          <a:prstGeom prst="roundRect">
            <a:avLst>
              <a:gd name="adj" fmla="val 8000"/>
            </a:avLst>
          </a:prstGeom>
          <a:blipFill rotWithShape="1">
            <a:blip r:embed="rId8"/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ko-KR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D5D4B791-015C-BD22-8874-EDB14F06BD36}"/>
              </a:ext>
            </a:extLst>
          </p:cNvPr>
          <p:cNvGrpSpPr/>
          <p:nvPr/>
        </p:nvGrpSpPr>
        <p:grpSpPr>
          <a:xfrm>
            <a:off x="152400" y="3462131"/>
            <a:ext cx="9537700" cy="279400"/>
            <a:chOff x="152400" y="3149600"/>
            <a:chExt cx="9537700" cy="279400"/>
          </a:xfrm>
        </p:grpSpPr>
        <p:sp>
          <p:nvSpPr>
            <p:cNvPr id="111" name="Name 111"/>
            <p:cNvSpPr txBox="1"/>
            <p:nvPr/>
          </p:nvSpPr>
          <p:spPr>
            <a:xfrm>
              <a:off x="152400" y="3149600"/>
              <a:ext cx="15367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ko-KR" sz="1200" b="1">
                  <a:solidFill>
                    <a:srgbClr val="222222"/>
                  </a:solidFill>
                  <a:latin typeface="맑은 고딕"/>
                </a:rPr>
                <a:t>선우예권</a:t>
              </a:r>
            </a:p>
          </p:txBody>
        </p:sp>
        <p:sp>
          <p:nvSpPr>
            <p:cNvPr id="112" name="Name 112"/>
            <p:cNvSpPr txBox="1"/>
            <p:nvPr/>
          </p:nvSpPr>
          <p:spPr>
            <a:xfrm>
              <a:off x="1752600" y="3149600"/>
              <a:ext cx="15367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ko-KR" sz="1200" b="1">
                  <a:solidFill>
                    <a:srgbClr val="222222"/>
                  </a:solidFill>
                  <a:latin typeface="맑은 고딕"/>
                </a:rPr>
                <a:t>문지영</a:t>
              </a:r>
            </a:p>
          </p:txBody>
        </p:sp>
        <p:sp>
          <p:nvSpPr>
            <p:cNvPr id="113" name="Name 113"/>
            <p:cNvSpPr txBox="1"/>
            <p:nvPr/>
          </p:nvSpPr>
          <p:spPr>
            <a:xfrm>
              <a:off x="3352800" y="3149600"/>
              <a:ext cx="15367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ko-KR" sz="1200" b="1">
                  <a:solidFill>
                    <a:srgbClr val="222222"/>
                  </a:solidFill>
                  <a:latin typeface="맑은 고딕"/>
                </a:rPr>
                <a:t>대니구</a:t>
              </a:r>
            </a:p>
          </p:txBody>
        </p:sp>
        <p:sp>
          <p:nvSpPr>
            <p:cNvPr id="114" name="Name 114"/>
            <p:cNvSpPr txBox="1"/>
            <p:nvPr/>
          </p:nvSpPr>
          <p:spPr>
            <a:xfrm>
              <a:off x="4953000" y="3149600"/>
              <a:ext cx="15367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ko-KR" sz="1200" b="1">
                  <a:solidFill>
                    <a:srgbClr val="222222"/>
                  </a:solidFill>
                  <a:latin typeface="맑은 고딕"/>
                </a:rPr>
                <a:t>김서현</a:t>
              </a:r>
            </a:p>
          </p:txBody>
        </p:sp>
        <p:sp>
          <p:nvSpPr>
            <p:cNvPr id="115" name="Name 115"/>
            <p:cNvSpPr txBox="1"/>
            <p:nvPr/>
          </p:nvSpPr>
          <p:spPr>
            <a:xfrm>
              <a:off x="6553200" y="3149600"/>
              <a:ext cx="15367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ko-KR" sz="1200" b="1">
                  <a:solidFill>
                    <a:srgbClr val="222222"/>
                  </a:solidFill>
                  <a:latin typeface="맑은 고딕"/>
                </a:rPr>
                <a:t>용재 오닐</a:t>
              </a:r>
            </a:p>
          </p:txBody>
        </p:sp>
        <p:sp>
          <p:nvSpPr>
            <p:cNvPr id="116" name="Name 116"/>
            <p:cNvSpPr txBox="1"/>
            <p:nvPr/>
          </p:nvSpPr>
          <p:spPr>
            <a:xfrm>
              <a:off x="8153400" y="3149600"/>
              <a:ext cx="1536700" cy="2794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ctr"/>
            <a:lstStyle/>
            <a:p>
              <a:pPr algn="ctr"/>
              <a:r>
                <a:rPr lang="ko-KR" sz="1200" b="1">
                  <a:solidFill>
                    <a:srgbClr val="222222"/>
                  </a:solidFill>
                  <a:latin typeface="맑은 고딕"/>
                </a:rPr>
                <a:t>최하영</a:t>
              </a:r>
            </a:p>
          </p:txBody>
        </p:sp>
      </p:grpSp>
      <p:sp>
        <p:nvSpPr>
          <p:cNvPr id="117" name="Bio 117"/>
          <p:cNvSpPr txBox="1"/>
          <p:nvPr/>
        </p:nvSpPr>
        <p:spPr>
          <a:xfrm>
            <a:off x="152400" y="3848100"/>
            <a:ext cx="1600200" cy="2242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반 클라이번 콩쿠르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한국인 최초 우승(2017)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국제 콩쿠르 8회 우승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(한국인 최다)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커티스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음악원·줄리아드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졸업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# 2023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년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예울마루</a:t>
            </a: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독주회</a:t>
            </a: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진행</a:t>
            </a:r>
          </a:p>
        </p:txBody>
      </p:sp>
      <p:sp>
        <p:nvSpPr>
          <p:cNvPr id="118" name="Bio 118"/>
          <p:cNvSpPr txBox="1"/>
          <p:nvPr/>
        </p:nvSpPr>
        <p:spPr>
          <a:xfrm>
            <a:off x="1841500" y="3848100"/>
            <a:ext cx="1536700" cy="2242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제네바 국제 콩쿠르 우승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(2014)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부조니 국제 콩쿠르 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아시아인 최초 우승(2015)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한예종, 바렌보임 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아카데미 수학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# 2017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년</a:t>
            </a: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예울마루</a:t>
            </a: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독주회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진행</a:t>
            </a:r>
          </a:p>
        </p:txBody>
      </p:sp>
      <p:sp>
        <p:nvSpPr>
          <p:cNvPr id="119" name="Bio 119"/>
          <p:cNvSpPr txBox="1"/>
          <p:nvPr/>
        </p:nvSpPr>
        <p:spPr>
          <a:xfrm>
            <a:off x="3457575" y="3848100"/>
            <a:ext cx="1536700" cy="2242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뉴잉글랜드 음악원 석사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MBC 예술무대 메인 MC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앙상블 디토 객원 멤버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# 2026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년</a:t>
            </a: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예울마루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신년음악회</a:t>
            </a: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협연</a:t>
            </a:r>
          </a:p>
        </p:txBody>
      </p:sp>
      <p:sp>
        <p:nvSpPr>
          <p:cNvPr id="120" name="Bio 120"/>
          <p:cNvSpPr txBox="1"/>
          <p:nvPr/>
        </p:nvSpPr>
        <p:spPr>
          <a:xfrm>
            <a:off x="5024645" y="3848100"/>
            <a:ext cx="1625600" cy="2242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티보르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바르가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콩쿠르 </a:t>
            </a:r>
            <a:br>
              <a:rPr lang="en-US" altLang="ko-KR" sz="1050" b="1" spc="-100" dirty="0">
                <a:solidFill>
                  <a:srgbClr val="444444"/>
                </a:solidFill>
                <a:latin typeface="+mn-ea"/>
              </a:rPr>
            </a:b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최연소 우승(2023, 만14세)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이자이·코간·쿠퍼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콩쿠르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연속 우승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서울시향 등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유수 오케스트라 협연</a:t>
            </a:r>
          </a:p>
        </p:txBody>
      </p:sp>
      <p:sp>
        <p:nvSpPr>
          <p:cNvPr id="121" name="Bio 121"/>
          <p:cNvSpPr txBox="1"/>
          <p:nvPr/>
        </p:nvSpPr>
        <p:spPr>
          <a:xfrm>
            <a:off x="6737350" y="3848100"/>
            <a:ext cx="1536700" cy="2242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줄리아드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비올리스트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최초 아티스트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디플로마</a:t>
            </a:r>
            <a:endParaRPr lang="ko-KR" altLang="en-US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그래미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어워즈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수상</a:t>
            </a:r>
            <a:endParaRPr lang="en-US" altLang="ko-KR" sz="1050" b="1" spc="-100" dirty="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 dirty="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(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비올리스트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최초)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·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타카치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</a:t>
            </a:r>
            <a:r>
              <a:rPr lang="ko-KR" altLang="en-US" sz="1050" b="1" spc="-100" dirty="0" err="1">
                <a:solidFill>
                  <a:srgbClr val="444444"/>
                </a:solidFill>
                <a:latin typeface="+mn-ea"/>
              </a:rPr>
              <a:t>콰르텟</a:t>
            </a:r>
            <a:r>
              <a:rPr lang="ko-KR" altLang="en-US" sz="1050" b="1" spc="-100" dirty="0">
                <a:solidFill>
                  <a:srgbClr val="444444"/>
                </a:solidFill>
                <a:latin typeface="+mn-ea"/>
              </a:rPr>
              <a:t> 멤버</a:t>
            </a:r>
          </a:p>
        </p:txBody>
      </p:sp>
      <p:sp>
        <p:nvSpPr>
          <p:cNvPr id="122" name="Bio 122"/>
          <p:cNvSpPr txBox="1"/>
          <p:nvPr/>
        </p:nvSpPr>
        <p:spPr>
          <a:xfrm>
            <a:off x="8261350" y="3848100"/>
            <a:ext cx="1536700" cy="224293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>
                <a:solidFill>
                  <a:srgbClr val="444444"/>
                </a:solidFill>
                <a:latin typeface="+mn-ea"/>
              </a:rPr>
              <a:t>· 퀸 엘리자베스 콩쿠르 </a:t>
            </a:r>
            <a:endParaRPr lang="en-US" altLang="ko-KR" sz="1050" b="1" spc="-10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>
                <a:solidFill>
                  <a:srgbClr val="444444"/>
                </a:solidFill>
                <a:latin typeface="+mn-ea"/>
              </a:rPr>
              <a:t>한국인 최초 우승(2022)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>
                <a:solidFill>
                  <a:srgbClr val="444444"/>
                </a:solidFill>
                <a:latin typeface="+mn-ea"/>
              </a:rPr>
              <a:t>· 펜데레츠키 국제 첼로 </a:t>
            </a:r>
            <a:endParaRPr lang="en-US" altLang="ko-KR" sz="1050" b="1" spc="-100">
              <a:solidFill>
                <a:srgbClr val="444444"/>
              </a:solidFill>
              <a:latin typeface="+mn-ea"/>
            </a:endParaRP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en-US" altLang="ko-KR" sz="1050" b="1" spc="-100">
                <a:solidFill>
                  <a:srgbClr val="444444"/>
                </a:solidFill>
                <a:latin typeface="+mn-ea"/>
              </a:rPr>
              <a:t>  </a:t>
            </a:r>
            <a:r>
              <a:rPr lang="ko-KR" altLang="en-US" sz="1050" b="1" spc="-100">
                <a:solidFill>
                  <a:srgbClr val="444444"/>
                </a:solidFill>
                <a:latin typeface="+mn-ea"/>
              </a:rPr>
              <a:t>콩쿠르 우승</a:t>
            </a:r>
          </a:p>
          <a:p>
            <a:pPr algn="l">
              <a:lnSpc>
                <a:spcPct val="150000"/>
              </a:lnSpc>
              <a:spcBef>
                <a:spcPts val="100"/>
              </a:spcBef>
            </a:pPr>
            <a:r>
              <a:rPr lang="ko-KR" altLang="en-US" sz="1050" b="1" spc="-100">
                <a:solidFill>
                  <a:srgbClr val="444444"/>
                </a:solidFill>
                <a:latin typeface="+mn-ea"/>
              </a:rPr>
              <a:t>· 카네기홀 데뷔(2024)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0952A2-58EF-80E4-FC6F-85E40F1A2C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135766"/>
            <a:ext cx="8915400" cy="417512"/>
          </a:xfr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288000" tIns="45681" rIns="91363" bIns="45681" numCol="1" anchor="ctr" anchorCtr="0" compatLnSpc="1">
            <a:prstTxWarp prst="textNoShape">
              <a:avLst/>
            </a:prstTxWarp>
          </a:bodyPr>
          <a:lstStyle/>
          <a:p>
            <a:r>
              <a:rPr lang="ko-KR" altLang="en-US">
                <a:solidFill>
                  <a:srgbClr val="0000FF"/>
                </a:solidFill>
                <a:latin typeface="맑은 고딕"/>
                <a:ea typeface="맑은 고딕"/>
              </a:rPr>
              <a:t>첨부</a:t>
            </a:r>
            <a:r>
              <a:rPr lang="en-US" altLang="ko-KR">
                <a:solidFill>
                  <a:srgbClr val="0000FF"/>
                </a:solidFill>
                <a:latin typeface="맑은 고딕"/>
                <a:ea typeface="맑은 고딕"/>
              </a:rPr>
              <a:t>1. </a:t>
            </a:r>
            <a:r>
              <a:rPr lang="ko-KR" altLang="en-US">
                <a:solidFill>
                  <a:srgbClr val="0000FF"/>
                </a:solidFill>
                <a:latin typeface="맑은 고딕"/>
                <a:ea typeface="맑은 고딕"/>
              </a:rPr>
              <a:t>협연자 리스트</a:t>
            </a:r>
            <a:endParaRPr lang="en-US" altLang="ko-KR">
              <a:solidFill>
                <a:srgbClr val="0000FF"/>
              </a:solidFill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4294102033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28600" indent="-228600" algn="l">
          <a:lnSpc>
            <a:spcPct val="160000"/>
          </a:lnSpc>
          <a:buFont typeface="Arial" panose="020B0604020202020204" pitchFamily="34" charset="0"/>
          <a:buChar char="•"/>
          <a:defRPr sz="1100" smtClean="0"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파워포인트" id="{CA2BAAA9-F2A4-48CD-8E2A-E8A2AD3F9395}" vid="{AA60FB42-9225-484A-A61D-148BDDEF7A5C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CACF5B748BE7D4694FF277D73DFA9F9" ma:contentTypeVersion="13" ma:contentTypeDescription="새 문서를 만듭니다." ma:contentTypeScope="" ma:versionID="956cf1ffb9f789244df4b0fa8ce09418">
  <xsd:schema xmlns:xsd="http://www.w3.org/2001/XMLSchema" xmlns:xs="http://www.w3.org/2001/XMLSchema" xmlns:p="http://schemas.microsoft.com/office/2006/metadata/properties" xmlns:ns2="cef58463-a470-48e0-b9e8-f47b9610e506" xmlns:ns3="56a9194c-e9a0-44d3-bbd3-5f89eaa9d191" targetNamespace="http://schemas.microsoft.com/office/2006/metadata/properties" ma:root="true" ma:fieldsID="50ce78191d7ecbb2322f08ca2173d315" ns2:_="" ns3:_="">
    <xsd:import namespace="cef58463-a470-48e0-b9e8-f47b9610e506"/>
    <xsd:import namespace="56a9194c-e9a0-44d3-bbd3-5f89eaa9d1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f58463-a470-48e0-b9e8-f47b9610e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20ec99ea-01b1-40d5-b6d4-9c3a40c91b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6a9194c-e9a0-44d3-bbd3-5f89eaa9d191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faa07ed3-8a3a-4cae-97f3-46c4e31dbffd}" ma:internalName="TaxCatchAll" ma:showField="CatchAllData" ma:web="56a9194c-e9a0-44d3-bbd3-5f89eaa9d1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6a9194c-e9a0-44d3-bbd3-5f89eaa9d191" xsi:nil="true"/>
    <lcf76f155ced4ddcb4097134ff3c332f xmlns="cef58463-a470-48e0-b9e8-f47b9610e506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157CEFD-5637-48EE-A543-4C2CECCE48FD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cef58463-a470-48e0-b9e8-f47b9610e506"/>
    <ds:schemaRef ds:uri="56a9194c-e9a0-44d3-bbd3-5f89eaa9d1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2DD4AD4-6EDD-40CC-AF5D-D8B0783518AD}">
  <ds:schemaRefs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www.w3.org/XML/1998/namespace"/>
    <ds:schemaRef ds:uri="cef58463-a470-48e0-b9e8-f47b9610e506"/>
    <ds:schemaRef ds:uri="http://schemas.microsoft.com/office/infopath/2007/PartnerControls"/>
    <ds:schemaRef ds:uri="http://schemas.openxmlformats.org/package/2006/metadata/core-properties"/>
    <ds:schemaRef ds:uri="56a9194c-e9a0-44d3-bbd3-5f89eaa9d191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F17142B7-4830-4731-9F8F-04A42BED4C2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83085062-67e3-416c-8ee0-cfde480c10c5}" enabled="1" method="Privileged" siteId="{39d990cf-5c4f-49db-a25e-0763fb3c61f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파워포인트</Template>
  <TotalTime>0</TotalTime>
  <Words>309</Words>
  <Application>Microsoft Office PowerPoint</Application>
  <PresentationFormat>A4 용지(210x297mm)</PresentationFormat>
  <Paragraphs>67</Paragraphs>
  <Slides>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7" baseType="lpstr">
      <vt:lpstr>맑은 고딕</vt:lpstr>
      <vt:lpstr>Arial</vt:lpstr>
      <vt:lpstr>Calibri</vt:lpstr>
      <vt:lpstr>Calibri Light</vt:lpstr>
      <vt:lpstr>2_디자인 사용자 지정</vt:lpstr>
      <vt:lpstr>GS칼텍스 예울마루 특별공연 후보(안)</vt:lpstr>
      <vt:lpstr>첨부1. 협연자 리스트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황세웅</dc:creator>
  <cp:lastModifiedBy>황세웅</cp:lastModifiedBy>
  <cp:revision>2</cp:revision>
  <cp:lastPrinted>2026-03-03T00:14:22Z</cp:lastPrinted>
  <dcterms:created xsi:type="dcterms:W3CDTF">2026-01-27T00:20:15Z</dcterms:created>
  <dcterms:modified xsi:type="dcterms:W3CDTF">2026-07-14T05:00:23Z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0x010100CCACF5B748BE7D4694FF277D73DFA9F9</vt:lpwstr>
  </property>
  <property fmtid="{D5CDD505-2E9C-101B-9397-08002B2CF9AE}" pid="3" name="MediaServiceImageTags">
    <vt:lpwstr/>
  </property>
  <property fmtid="{D5CDD505-2E9C-101B-9397-08002B2CF9AE}" pid="4" name="ComplianceAssetId">
    <vt:lpwstr/>
  </property>
  <property fmtid="{D5CDD505-2E9C-101B-9397-08002B2CF9AE}" pid="5" name="_ExtendedDescription">
    <vt:lpwstr/>
  </property>
  <property fmtid="{D5CDD505-2E9C-101B-9397-08002B2CF9AE}" pid="6" name="_activity">
    <vt:lpwstr>{"FileActivityType":"9","FileActivityTimeStamp":"2026-03-12T07:43:46.580Z","FileActivityUsersOnPage":[{"DisplayName":"김현철","Id":"khc@gscf.or.kr"},{"DisplayName":"박요셉","Id":"yspark@gscf.or.kr"}],"FileActivityNavigationId":null}</vt:lpwstr>
  </property>
  <property fmtid="{D5CDD505-2E9C-101B-9397-08002B2CF9AE}" pid="7" name="TriggerFlowInfo">
    <vt:lpwstr/>
  </property>
</Properties>
</file>